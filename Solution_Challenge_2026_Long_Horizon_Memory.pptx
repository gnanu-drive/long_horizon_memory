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 [PLACEHOLDER – Team Name]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 [PLACEHOLDER – Team Leader Name]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 Long Horizon Memory Management – AI Agent Selective Context Retention Under Noise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600" b="1">
                <a:solidFill>
                  <a:srgbClr val="0D356B"/>
                </a:solidFill>
              </a:rPr>
              <a:t>Long Horizon Memory is an advanced Reinforcement Learning environment that simulates real-world cognitive challenges faced by AI assistants.</a:t>
            </a:r>
          </a:p>
          <a:p>
            <a:pPr/>
            <a:r>
              <a:rPr sz="1000" b="0">
                <a:solidFill>
                  <a:srgbClr val="444444"/>
                </a:solidFill>
              </a:rPr>
              <a:t/>
            </a:r>
          </a:p>
          <a:p>
            <a:pPr/>
            <a:r>
              <a:rPr sz="1400" b="1">
                <a:solidFill>
                  <a:srgbClr val="0D356B"/>
                </a:solidFill>
              </a:rPr>
              <a:t>Core Challenge: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An AI agent receives a continuous stream of conversational messages containing both relevant technical information and irrelevant personal distractors. With a fixed 8-slot memory buffer, the agent must make intelligent retention decisions to maximise task performance.</a:t>
            </a:r>
          </a:p>
          <a:p>
            <a:pPr/>
            <a:r>
              <a:rPr sz="10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Scoring Formula:   task_score = 0.6×recall + 0.4×precision − 0.25×incorrect_rate − 0.15×overflow_rate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Success Threshold: task_score ≥ 0.70</a:t>
            </a:r>
          </a:p>
          <a:p>
            <a:pPr/>
            <a:r>
              <a:rPr sz="1000" b="0">
                <a:solidFill>
                  <a:srgbClr val="444444"/>
                </a:solidFill>
              </a:rPr>
              <a:t/>
            </a:r>
          </a:p>
          <a:p>
            <a:pPr/>
            <a:r>
              <a:rPr sz="1400" b="1">
                <a:solidFill>
                  <a:srgbClr val="0D356B"/>
                </a:solidFill>
              </a:rPr>
              <a:t>Real-World Applications: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Customer support systems managing multi-turn conversations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Research assistants synthesising academic literature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Security incident response tracking IoCs and threats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Planning systems co-ordinating long-horizon tasks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Conversational AI maintaining context across extended dialogues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1">
                <a:solidFill>
                  <a:srgbClr val="0D356B"/>
                </a:solidFill>
              </a:rPr>
              <a:t>How is it different from existing ideas?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First RL environment focused exclusively on selective long-horizon memory management under noise.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24 annotated episodes across 9 domains – 3× more than the baseline 9-episode set.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6 custom "semantically ambiguous" episodes where identical keywords carry different meanings.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Multi-objective scoring formula rewarding recall over precision – mirrors real production trade-offs.</a:t>
            </a:r>
          </a:p>
          <a:p>
            <a:pPr/>
            <a:r>
              <a:rPr sz="1000" b="0">
                <a:solidFill>
                  <a:srgbClr val="444444"/>
                </a:solidFill>
              </a:rPr>
              <a:t/>
            </a:r>
          </a:p>
          <a:p>
            <a:pPr/>
            <a:r>
              <a:rPr sz="1400" b="1">
                <a:solidFill>
                  <a:srgbClr val="0D356B"/>
                </a:solidFill>
              </a:rPr>
              <a:t>How will it solve the problem?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Hybrid LLM + Heuristic agent: Qwen2.5-72B-Instruct handles nuanced decisions; 58-keyword heuristic provides zero-downtime fallback.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Formula-aware chain-of-thought prompting explicitly teaches the agent its scoring criteria.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Real-time performance feedback loop enables adaptive decision-making per step.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Domain-aware context ensures relevance thresholds are calibrated per conversation topic.</a:t>
            </a:r>
          </a:p>
          <a:p>
            <a:pPr/>
            <a:r>
              <a:rPr sz="1000" b="0">
                <a:solidFill>
                  <a:srgbClr val="444444"/>
                </a:solidFill>
              </a:rPr>
              <a:t/>
            </a:r>
          </a:p>
          <a:p>
            <a:pPr/>
            <a:r>
              <a:rPr sz="1400" b="1">
                <a:solidFill>
                  <a:srgbClr val="0D356B"/>
                </a:solidFill>
              </a:rPr>
              <a:t>USP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Zero single-point-of-failure hybrid architecture achieving 83.3 % success rate and 0.915 average score – no catastrophic failures across 24 diverse episodes.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Key Features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200" b="0">
                <a:solidFill>
                  <a:srgbClr val="444444"/>
                </a:solidFill>
              </a:rPr>
              <a:t>• 24-Episode Dataset: Spanning 9 conversation domains across easy / medium / hard difficulty tiers; 200+ annotated messages.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Semantic Ambiguity Episodes: 6 advanced episodes where context determines whether identical keywords are relevant (e.g. "learning Rust" vs "borrow checker analysis").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8-Slot Memory Buffer: Fixed-capacity memory forces intelligent prioritisation – add / remove / noop at every step.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Formula-Aware LLM Agent: System prompt explicitly encodes the multi-objective scoring formula so the agent optimises recall (60 %) over precision (40 %).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58-Keyword Heuristic Fallback: Technical (29) and personal-noise (29) keyword sets guarantee non-zero performance even during API outages.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Real-Time Performance Feedback: Every step exposes task_score, correct/incorrect counts and memory state to the agent.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OpenEnv-Compatible REST API: FastAPI server with standardised action/observation schema – drop-in compatible with the OpenEnv evaluation harness.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Docker &amp; HuggingFace Spaces Deployment: One-command container build; hosted on HuggingFace Spaces (port 7860).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Reproducible Results: Seed control, deterministic decisions (temperature 0.1), detailed logging.</a:t>
            </a:r>
          </a:p>
          <a:p>
            <a:pPr/>
            <a:r>
              <a:rPr sz="600" b="0">
                <a:solidFill>
                  <a:srgbClr val="444444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1">
                <a:solidFill>
                  <a:srgbClr val="0D356B"/>
                </a:solidFill>
              </a:rPr>
              <a:t>Agent Decision Loop (per step)</a:t>
            </a:r>
          </a:p>
          <a:p>
            <a:pPr/>
            <a:r>
              <a:rPr sz="8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1. Observe: Environment returns new_message, current memory (0-8 slots), metadata (task_score, correct/incorrect counts).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2. Reason (LLM): Qwen2.5-72B-Instruct receives system prompt with formula + strategy and a rich user prompt with full memory state and performance metrics.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3. Parse Action: JSON response parsed → add | remove (index) | noop.  Malformed JSON triggers heuristic fallback.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4. Fallback (if needed): 58-keyword heuristic classifies message as technical-relevant, personal-noise, or neutral and applies conservative decision logic.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5. Apply &amp; Reward: Environment updates memory buffer, computes step reward via multi-objective scoring formula, returns new observation.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6. Termination: Episode ends when done=True; final task_score ≥ 0.70 → success.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800" b="0">
                <a:solidFill>
                  <a:srgbClr val="444444"/>
                </a:solidFill>
              </a:rPr>
              <a:t/>
            </a:r>
          </a:p>
          <a:p>
            <a:pPr/>
            <a:r>
              <a:rPr sz="1200" b="0">
                <a:solidFill>
                  <a:srgbClr val="666666"/>
                </a:solidFill>
              </a:rPr>
              <a:t>[Diagram placeholder – see architecture slide for system diagram]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 / Mock Diagrams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TextBox 140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0">
                <a:solidFill>
                  <a:srgbClr val="666666"/>
                </a:solidFill>
              </a:rPr>
              <a:t>[PLACEHOLDER – UI wireframes / mock-up diagrams to be added]</a:t>
            </a:r>
          </a:p>
          <a:p>
            <a:pPr/>
            <a:r>
              <a:rPr sz="10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0">
                <a:solidFill>
                  <a:srgbClr val="444444"/>
                </a:solidFill>
              </a:rPr>
              <a:t>The primary interface for this project is the OpenEnv-compatible REST API.  Key endpoints include: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POST /reset  – initialise a new episode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POST /step   – submit an action and receive an observation</a:t>
            </a:r>
          </a:p>
          <a:p>
            <a:pPr/>
            <a:r>
              <a:rPr sz="1300" b="0">
                <a:solidFill>
                  <a:srgbClr val="444444"/>
                </a:solidFill>
              </a:rPr>
              <a:t>• GET  /info   – retrieve environment metadata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1">
                <a:solidFill>
                  <a:srgbClr val="0D356B"/>
                </a:solidFill>
              </a:rPr>
              <a:t>Component Architecture</a:t>
            </a:r>
          </a:p>
          <a:p>
            <a:pPr/>
            <a:r>
              <a:rPr sz="8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Inference Layer (inference.py)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OpenAI-compatible client → Qwen2.5-72B-Instruct (HuggingFace Router API).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Chain-of-thought system prompt + rich user prompt per step.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3 retries (45 s timeout) → heuristic fallback on exhaustion.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Heuristic Fallback (_heuristic_action)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58 keyword patterns (29 technical / 29 personal) → noop / add / remove.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Environment Server (server/)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FastAPI app exposing /reset and /step endpoints.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Core environment logic in long_horizon_memory_environment.py.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24-episode dataset loaded from episodes.json.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Data Layer (episodes.json)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24 episodes × N messages.  Each message annotated with isRelevant flag used for ground-truth scoring.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Deployment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Docker container → HuggingFace Spaces (port 7860).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uvicorn ASGI server for high-throughput request handling.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0D356B"/>
                </a:solidFill>
              </a:rPr>
              <a:t>Language &amp; Runtime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Python 3.12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AI / LLM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Qwen/Qwen2.5-72B-Instruct (HuggingFace Inference API)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OpenAI Python SDK (API client)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Google Gemini (gemini_inference.py – additional inference path)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Web Framework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FastAPI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Uvicorn (ASGI server)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Data Validation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Pydantic v2 (models.py – Action / Observation schemas)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Environment Framework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OpenEnv (standardised RL environment interface)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Containerisation &amp; Deployment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Docker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HuggingFace Spaces (cloud hosting)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Package Management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uv / pyproject.toml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Other Libraries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python-dotenv (config)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openai (LLM client)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0">
                <a:solidFill>
                  <a:srgbClr val="666666"/>
                </a:solidFill>
              </a:rPr>
              <a:t>[PLACEHOLDER – detailed cost breakdown to be added]</a:t>
            </a:r>
          </a:p>
          <a:p>
            <a:pPr/>
            <a:r>
              <a:rPr sz="10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Known cost drivers: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HuggingFace Inference API – pay-per-token for Qwen2.5-72B-Instruct  (~150 tokens/decision)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HuggingFace Spaces hosting – free tier available; upgraded plan for production SLA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Docker registry storage – minimal, single image &lt; 1 GB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• Developer time – open-source project, no licence fees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TextBox 164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 b="0">
                <a:solidFill>
                  <a:srgbClr val="666666"/>
                </a:solidFill>
              </a:rPr>
              <a:t>[PLACEHOLDER – Screenshots / screencasts of the running MVP to be inserted here]</a:t>
            </a:r>
          </a:p>
          <a:p>
            <a:pPr/>
            <a:r>
              <a:rPr sz="10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Sample output from a completed run:</a:t>
            </a:r>
          </a:p>
          <a:p>
            <a:pPr/>
            <a:r>
              <a:rPr sz="1100" b="0">
                <a:solidFill>
                  <a:srgbClr val="444444"/>
                </a:solidFill>
              </a:rPr>
              <a:t>[EPISODE] id=1  difficulty=easy  domain=education_ai
[START] task=all  env=long_horizon_memory  model=Qwen/Qwen2.5-72B-Instruct
[STEP] step=1  action=add  reward=0.42  done=false  error=null | score=0.500  correct=1  incorrect=0
[STEP] step=2  action=add  reward=0.53  done=false  error=null | score=0.600  correct=2  incorrect=0
...
[END] success=true  steps=7  final_score=1.000  avg_reward=0.700
[SUMMARY] Total: 24 episodes | Success: 20 (83.3 %) | Avg Final Reward: 0.915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Future Development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TextBox 170"/>
          <p:cNvSpPr txBox="1"/>
          <p:nvPr/>
        </p:nvSpPr>
        <p:spPr>
          <a:xfrm>
            <a:off x="180000" y="900000"/>
            <a:ext cx="8784000" cy="406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300" b="1">
                <a:solidFill>
                  <a:srgbClr val="0D356B"/>
                </a:solidFill>
              </a:rPr>
              <a:t>• Retrieval-Augmented Decision Making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Store episode-specific context in a vector DB; retrieve similar past decisions for few-shot learning. Estimated +5–10 % improvement on hard episodes.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Adaptive Temperature Scaling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Lower temperature (0.0) for clear-cut decisions; higher (0.3) for ambiguous memory states.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Multi-Agent Ensemble Voting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Majority vote across 3 LLM calls reduces individual model errors (~15 % error reduction at 3× cost).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RL Fine-Tuning (PPO / DPO)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Use current approach to collect demonstrations; fine-tune a smaller 7B model for zero-API-cost inference.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Confidence-Calibrated Fallback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LLM outputs a confidence score per decision; heuristic activated only for low-confidence predictions.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  <a:p>
            <a:pPr/>
            <a:r>
              <a:rPr sz="1300" b="1">
                <a:solidFill>
                  <a:srgbClr val="0D356B"/>
                </a:solidFill>
              </a:rPr>
              <a:t>• Extended Episode Suite</a:t>
            </a:r>
          </a:p>
          <a:p>
            <a:pPr/>
            <a:r>
              <a:rPr sz="1200" b="0">
                <a:solidFill>
                  <a:srgbClr val="444444"/>
                </a:solidFill>
              </a:rPr>
              <a:t>    Grow dataset beyond 24 episodes with more domains and longer trajectories (20+ steps).</a:t>
            </a:r>
          </a:p>
          <a:p>
            <a:pPr/>
            <a:r>
              <a:rPr sz="400" b="0">
                <a:solidFill>
                  <a:srgbClr val="444444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  https://github.com/Gnanu-drive/Long_Horizon_Memory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Minutes):  [PLACEHOLDER – Demo video URL]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Link:  [PLACEHOLDER – HuggingFace Space URL]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Link:  [PLACEHOLDER – Live prototype URL]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